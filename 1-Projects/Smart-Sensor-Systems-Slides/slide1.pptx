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914400"/>
            <a:ext cx="6949440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1887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Sensor Design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92608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Fundamentals, Design Techniques, and Case Studies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97280" y="3931920"/>
            <a:ext cx="6949440" cy="731520"/>
          </a:xfrm>
          <a:prstGeom prst="rect">
            <a:avLst/>
          </a:prstGeom>
          <a:solidFill>
            <a:srgbClr val="1A2D47"/>
          </a:solidFill>
          <a:ln/>
          <a:effectLst>
            <a:outerShdw sx="100000" sy="100000" kx="0" ky="0" algn="bl" rotWithShape="0" blurRad="101600" dist="508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39319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EEE703708  ·  Smart Sensor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4754880"/>
            <a:ext cx="694944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8463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Meijer, Pertijs &amp; Makinwa — Smart Sensor Systems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— Smart Sensor Design</dc:title>
  <dc:subject>PptxGenJS Presentation</dc:subject>
  <dc:creator>Smart Sensor Systems</dc:creator>
  <cp:lastModifiedBy>Smart Sensor Systems</cp:lastModifiedBy>
  <cp:revision>1</cp:revision>
  <dcterms:created xsi:type="dcterms:W3CDTF">2026-05-08T09:47:06Z</dcterms:created>
  <dcterms:modified xsi:type="dcterms:W3CDTF">2026-05-08T09:47:06Z</dcterms:modified>
</cp:coreProperties>
</file>