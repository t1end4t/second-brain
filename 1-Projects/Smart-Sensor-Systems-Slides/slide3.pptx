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86A30B7-FFC0-46E2-B238-9D5237F2F8C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273350-C998-49E4-A301-113BFE00EE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0" y="0"/>
            <a:ext cx="109080" cy="514296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1"/>
          <p:cNvSpPr/>
          <p:nvPr/>
        </p:nvSpPr>
        <p:spPr>
          <a:xfrm>
            <a:off x="1097280" y="548640"/>
            <a:ext cx="1645200" cy="36504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Text 2"/>
          <p:cNvSpPr/>
          <p:nvPr/>
        </p:nvSpPr>
        <p:spPr>
          <a:xfrm>
            <a:off x="1097280" y="54864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2 / 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/>
          <p:cNvSpPr/>
          <p:nvPr/>
        </p:nvSpPr>
        <p:spPr>
          <a:xfrm>
            <a:off x="1097280" y="1097280"/>
            <a:ext cx="69487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Why Silicon?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1097280" y="1828800"/>
            <a:ext cx="6949440" cy="360"/>
          </a:xfrm>
          <a:prstGeom prst="line">
            <a:avLst/>
          </a:prstGeom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1097280" y="2194560"/>
            <a:ext cx="3656880" cy="283392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234440" y="2331720"/>
            <a:ext cx="3382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891b2"/>
                </a:solidFill>
                <a:effectLst/>
                <a:uFillTx/>
                <a:latin typeface="Calibri"/>
                <a:ea typeface="Calibri"/>
              </a:rPr>
              <a:t>Advantages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234440" y="2788920"/>
            <a:ext cx="338256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✓  Mass-producible at low cost — semiconductor industry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✓  Co-integrated electronics — sensor + circuitry on same substrate/package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✓  High-purity material — well-defined, tunable physical properties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✓  Nanoscale precision machining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4983480" y="2194560"/>
            <a:ext cx="3474000" cy="2833920"/>
          </a:xfrm>
          <a:prstGeom prst="rect">
            <a:avLst/>
          </a:prstGeom>
          <a:solidFill>
            <a:srgbClr val="1a2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120640" y="23317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Trade-off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120640" y="2788920"/>
            <a:ext cx="31996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Silicon is not always best-in-class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for raw sensing performance.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But it offers an unbeatable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combination of: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    Cost  +  Size  +  Integration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1097280" y="4937760"/>
            <a:ext cx="6948720" cy="2005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097280" y="4937760"/>
            <a:ext cx="69487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Silicon's strength is not peak performance — it's cost, size, and system integration.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2026-05-08T09:47:06Z</dcterms:created>
  <dc:creator>Smart Sensor Systems</dc:creator>
  <dc:description/>
  <dc:language>en-US</dc:language>
  <cp:lastModifiedBy/>
  <dcterms:modified xsi:type="dcterms:W3CDTF">2026-05-08T17:15:00Z</dcterms:modified>
  <cp:revision>3</cp:revision>
  <dc:subject>PptxGenJS Presentation</dc:subject>
  <dc:title>Chapter 1 — Smart Sensor Design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