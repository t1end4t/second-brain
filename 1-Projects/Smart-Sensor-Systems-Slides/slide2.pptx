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8F20A8-DE73-4822-AF0B-7A62AE336AD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5958B7-62E3-4846-A920-6B1E47FB6AF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1"/>
          <p:cNvSpPr/>
          <p:nvPr/>
        </p:nvSpPr>
        <p:spPr>
          <a:xfrm>
            <a:off x="1097280" y="548640"/>
            <a:ext cx="1645560" cy="36540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2"/>
          <p:cNvSpPr/>
          <p:nvPr/>
        </p:nvSpPr>
        <p:spPr>
          <a:xfrm>
            <a:off x="1097280" y="5486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1 / 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97280" y="1097280"/>
            <a:ext cx="6949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Sensors Are Everywhere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1097280" y="1828800"/>
            <a:ext cx="6949440" cy="360"/>
          </a:xfrm>
          <a:prstGeom prst="line">
            <a:avLst/>
          </a:prstGeom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1097280" y="2194560"/>
            <a:ext cx="2102760" cy="255996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23444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🚗  Cars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234440" y="278892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Position sensors (steering, pedal)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MEMS accelerometers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Gyroscopes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Tire pressure sensors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Proximity / parking sensors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3429000" y="2194560"/>
            <a:ext cx="2102760" cy="255996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9"/>
          <p:cNvSpPr/>
          <p:nvPr/>
        </p:nvSpPr>
        <p:spPr>
          <a:xfrm>
            <a:off x="356616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🏠  Homes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3566160" y="278892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Smart thermostats (temperature)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Motion sensors (PIR)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Gas / smoke flow sensors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Door/window contacts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Water leak detectors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5760720" y="2194560"/>
            <a:ext cx="2102760" cy="255996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89788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📱  Mobile Phones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897880" y="278892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Touch &amp; image sensors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MEMS microphones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Inertial (accelerometer)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Magnetic (e-compass)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• GPS / environmental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1097280" y="4937760"/>
            <a:ext cx="6949080" cy="20088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097280" y="4937760"/>
            <a:ext cx="6949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Sensors have transformed everyday devices — from cars to homes to the phone in your pocket.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2026-05-08T09:47:06Z</dcterms:created>
  <dc:creator>Smart Sensor Systems</dc:creator>
  <dc:description/>
  <dc:language>en-US</dc:language>
  <cp:lastModifiedBy/>
  <dcterms:modified xsi:type="dcterms:W3CDTF">2026-05-08T17:12:53Z</dcterms:modified>
  <cp:revision>2</cp:revision>
  <dc:subject>PptxGenJS Presentation</dc:subject>
  <dc:title>Chapter 1 — Smart Sensor Design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